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 flagged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Schedule</c:v>
                  </c:pt>
                  <c:pt idx="1">
                    <c:v>Milestones</c:v>
                  </c:pt>
                  <c:pt idx="2">
                    <c:v>Blockers</c:v>
                  </c:pt>
                  <c:pt idx="3">
                    <c:v>Sentiment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Project Health Update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portfolio-level view of schedule, milestone, and delivery risk across active engagements.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active projects reviewed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as of 2026-07-09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 by the Project Health Reporting Agent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portfolio stands today, at a glance.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64208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projects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554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60520" y="1664208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605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projects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554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0" y="1664208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77240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projects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22192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projects are Red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milestone slippage are the most common drivers across the flagged projects -- not isolated, one-off issues.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Per-project detail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569671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235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ERP Migration - Falcon Manufacturing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5623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Webb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600760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93445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59344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0" y="5934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 Bothra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6318504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62453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HR Suite Rollout - Northwind Retail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6245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0" y="6245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Kulkarni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weekly automated health scans across all active project plans.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2026-07-09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Across Projects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over the last three weekly scans -- direction matters as much as current color.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9FA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ERP Migration - Falcon Manufacturing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216712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2377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63824" y="2240280"/>
            <a:ext cx="9144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78224" y="216712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849624" y="2377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06-25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24528" y="2240280"/>
            <a:ext cx="9144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216712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910328" y="2377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85232" y="2240280"/>
            <a:ext cx="9144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16712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971032" y="23774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52160" y="1709928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ERP Migration - Falcon Manufacturing is off track and needs immediate leadership intervention.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9FAF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1272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520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3584448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3794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63824" y="3657600"/>
            <a:ext cx="9144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78224" y="3584448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3849624" y="3794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06-25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24528" y="3657600"/>
            <a:ext cx="9144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38928" y="358444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910328" y="3794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285232" y="3657600"/>
            <a:ext cx="9144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358444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971032" y="3794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07-09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52160" y="3127248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 is off track and needs immediate leadership intervention.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9FAFB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544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HR Suite Rollout - Northwind Retail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4937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17520" y="5001768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8" name="Text 36"/>
          <p:cNvSpPr/>
          <p:nvPr/>
        </p:nvSpPr>
        <p:spPr>
          <a:xfrm>
            <a:off x="2788920" y="5212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06-18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63824" y="5074920"/>
            <a:ext cx="9144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78224" y="5001768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1" name="Text 39"/>
          <p:cNvSpPr/>
          <p:nvPr/>
        </p:nvSpPr>
        <p:spPr>
          <a:xfrm>
            <a:off x="3849624" y="5212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06-25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24528" y="5074920"/>
            <a:ext cx="9144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38928" y="5001768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4" name="Text 42"/>
          <p:cNvSpPr/>
          <p:nvPr/>
        </p:nvSpPr>
        <p:spPr>
          <a:xfrm>
            <a:off x="4910328" y="5212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285232" y="5074920"/>
            <a:ext cx="9144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9632" y="5001768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7" name="Text 45"/>
          <p:cNvSpPr/>
          <p:nvPr/>
        </p:nvSpPr>
        <p:spPr>
          <a:xfrm>
            <a:off x="5971032" y="5212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07-09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52160" y="4544568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HR Suite Rollout - Northwind Retail is healthy and on track.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read left-to-right, oldest to most recent weekly scan.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2026-07-09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Risk: What's Actually Driving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projects are flagged Amber/Red on each dimension -- the pattern, not just the count.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463040"/>
            <a:ext cx="438912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on the pattern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0" y="214884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is the most common flag across the flagged projects.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showing up in more than one project, which points to a portfolio-level cause (resourcing, client dependency, or estimation) rather than one team's execution.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budget are excluded from this cycle's scoring where source data didn't include cost actuals or PM commentary -- flagged, not guessed.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reflect the most recent scan per project.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2026-07-09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Projects Needing Attention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49240" cy="5120640"/>
          </a:xfrm>
          <a:prstGeom prst="roundRect">
            <a:avLst>
              <a:gd name="adj" fmla="val 1429"/>
            </a:avLst>
          </a:prstGeom>
          <a:solidFill>
            <a:srgbClr val="F9FA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Orion ERP Migration - Falcon Manufacturing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PM: Marcus Webb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Red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Milestones: Red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Blockers: Amber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ERP Migration - Falcon Manufacturing is off track and needs immediate leadership intervention. Schedule: 3 of 6 active tasks (50%) are past their planned end date. 4 tasks (40%) are self-flagged Red in the plan. 3 critical-path tasks are overdue. Actual progress is running at 50% of the pace needed for the elapsed timeline. Milestones: 3 of 9 major phase(s) are past their planned end date and not yet complete (e.g. Data Migration Build, Integration Build, Security Review). Blockers: 2 dependent task(s) have a passed start date but haven't started (possible blockers). Sentiment: 3 of 6 status comments contain risk/delay language (keyword proxy, not true sentiment analysis). Note: budget could not be assessed (data not available in source file) and were excluded from the composite score.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143000"/>
            <a:ext cx="5349240" cy="5120640"/>
          </a:xfrm>
          <a:prstGeom prst="roundRect">
            <a:avLst>
              <a:gd name="adj" fmla="val 1429"/>
            </a:avLst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4173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417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5146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PM: Rajat Bothra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9260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Red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Milestones: Red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Blockers: 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42062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 is off track and needs immediate leadership intervention. Schedule: 44 of 234 active tasks (19%) are past their planned end date. 42 tasks (11%) are self-flagged Red in the plan. 3 critical-path tasks are overdue. Actual progress is running at 71% of the pace needed for the elapsed timeline. Milestones: 2 of 39 major phase(s) are past their planned end date and not yet complete (e.g. Training Phase I, Hypercare Phase I). Blockers: 29 dependent task(s) have a passed start date but haven't started (possible blockers). Note: budget, sentiment could not be assessed (data not available in source file) and were excluded from the composite score.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trail available in the weekly JSON/Markdown reports per project.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2026-07-09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the shared bottleneck, not just the symptom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1907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slippage is showing up across multiple projects at once -- treat it as a resourcing/estimation review, not a project-by-project fire drill.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 stalled dependencies this week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95351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stuck behind unmet predecessors or client-side blockers are a leading indicator of Red status; a targeted unblock call is cheaper now than a re-baseline later.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794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budget and sentiment data gap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1879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five health signals could not be scored this cycle because cost actuals and PM commentary weren't captured consistently -- wiring these in sharpens every future report.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Professional Services Project Health Reporting Agent -- refreshed weekly.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Project Health Update</dc:title>
  <dc:subject>PptxGenJS Presentation</dc:subject>
  <dc:creator>Professional Services -- Project Health Agent</dc:creator>
  <cp:lastModifiedBy>Professional Services -- Project Health Agent</cp:lastModifiedBy>
  <cp:revision>1</cp:revision>
  <dcterms:created xsi:type="dcterms:W3CDTF">2026-07-09T08:32:23Z</dcterms:created>
  <dcterms:modified xsi:type="dcterms:W3CDTF">2026-07-09T08:32:23Z</dcterms:modified>
</cp:coreProperties>
</file>